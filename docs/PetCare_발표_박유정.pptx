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40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PetCare 반려동물 통합 플랫폼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0F0E8"/>
                </a:solidFill>
              </a:defRPr>
            </a:pPr>
            <a:r>
              <a:t>담당 모듈 개발 발표</a:t>
            </a:r>
          </a:p>
          <a:p>
            <a:pPr>
              <a:spcAft>
                <a:spcPts val="500"/>
              </a:spcAft>
              <a:defRPr sz="1500">
                <a:solidFill>
                  <a:srgbClr val="E0F0E8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E0F0E8"/>
                </a:solidFill>
              </a:defRPr>
            </a:pPr>
            <a:r>
              <a:t>발표자: 박유정</a:t>
            </a:r>
          </a:p>
          <a:p>
            <a:pPr>
              <a:spcAft>
                <a:spcPts val="500"/>
              </a:spcAft>
              <a:defRPr sz="1500">
                <a:solidFill>
                  <a:srgbClr val="E0F0E8"/>
                </a:solidFill>
              </a:defRPr>
            </a:pPr>
            <a:r>
              <a:t>기술 스택: Spring Boot 3 · JSP/JSTL · MyBatis · Oracle</a:t>
            </a:r>
          </a:p>
          <a:p>
            <a:pPr>
              <a:spcAft>
                <a:spcPts val="500"/>
              </a:spcAft>
              <a:defRPr sz="1500">
                <a:solidFill>
                  <a:srgbClr val="E0F0E8"/>
                </a:solidFill>
              </a:defRPr>
            </a:pPr>
            <a:r>
              <a:t>외부 연동: Chart.js · Kakao Map API · 공공데이터 API</a:t>
            </a:r>
          </a:p>
          <a:p>
            <a:pPr>
              <a:spcAft>
                <a:spcPts val="500"/>
              </a:spcAft>
              <a:defRPr sz="1500">
                <a:solidFill>
                  <a:srgbClr val="E0F0E8"/>
                </a:solidFill>
              </a:defRPr>
            </a:pPr>
            <a:r>
              <a:t>작업 기간: 2026.07.06 ~ 2026.07.31 (약 4주)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발표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① 프로젝트 소개 및 담당 범위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② 가족찾기(Give) — 유기동물 API · 발견 신고 · 재능나눔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③ 커뮤니티 — 게시글 · 댓글 · 좋아요 · 신고 · 수의사상담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④ 관리자(Admin) — 대시보드 · 통계 · 회원 · 커뮤니티 · 리뷰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⑤ 회원/인증 — 정지·탈퇴 정책 · Interceptor · 스케줄러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⑥ 리뷰 연동 — 사업자 삭제요청 → 관리자 승인 · 알림 · 포인트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⑦ 트러블슈팅 · 시연 ·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담당 모듈 전체 맵 (코드 주석 '박유정' 기준 150+ 파일)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68680"/>
          <a:ext cx="8321040" cy="20482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대분류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핵심 기능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대표 URL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작업 기간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가족찾기 Give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APMS API·발견신고·카카오맵·재능나눔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/give/*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7/06~14, 7/29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커뮤니티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CRUD·댓글·좋아요·신고·LIFE상담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/community/*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7/08~10, 7/16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관리자 Admin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대시보드·통계·회원·커뮤니티·리뷰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/admin/*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7/15~31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회원/인증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정지·탈퇴·재가입차단·고객센터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/member/*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7/21~28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사업자 Biz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병원/숙소 리뷰·삭제요청·재능신청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/biz/*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7/14, 7/24~28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마이페이지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회원정보·숙소리뷰·포인트·알림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/mypage/*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7/28~29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작업 타임라인 (주차별)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7월 1주 (7/06~07)  Give 모듈 착수 — 유기동물 공공 API 연동, 발견 신고 CRUD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7월 2주 (7/08~14)  커뮤니티 전 기능 + 재능나눔(사용자·사업자·관리자 승인)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7월 3주 (7/15~22)  관리자 커뮤니티·회원관리 + 정지/탈퇴 인증 체계 구축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7월 4주 (7/24~31)  리뷰삭제요청·숙소리뷰·알림 + 대시보드·통계 실데이터 연동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팀 공통 패턴: Controller → Service → Mapper(XML) → JSP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주석 규칙: // 2026-07-XX 박유정 — 설명 (활동확인서·발표 추적용)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공통 아키텍처 &amp; 레이어 역할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68680"/>
            <a:ext cx="8229600" cy="5486400"/>
          </a:xfrm>
          <a:prstGeom prst="round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[요청 흐름]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Browser → @Controller → @Service → @Mapper 인터페이스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                          ↓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                Mapper.xml (SQL) → Oracle DB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                          ↓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                Model attribute → JSP 렌더링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[레이어별 책임]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Controller : URL 매핑, HttpSession, 로그인 체크, Model 전달만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Service    : 비즈니스 로직, VO 조합, 빈 데이터 0 패딩, CSV 생성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Mapper.xml : SELECT/INSERT/UPDATE/DELETE SQL만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JSP        : JSTL c:forEach, Chart.js, 카카오맵 스크립트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[외부 연동]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공공데이터 API (유기동물) | KakaoMapService (지도·Geocode)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Chart.js (대시보드·통계 차트) | @Cacheable (API 캐시)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PART 1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가족찾기 (Give) 모듈</a:t>
            </a:r>
          </a:p>
          <a:p>
            <a:pPr>
              <a:spcBef>
                <a:spcPts val="1200"/>
              </a:spcBef>
              <a:defRPr sz="1400">
                <a:solidFill>
                  <a:srgbClr val="BBCCBB"/>
                </a:solidFill>
              </a:defRPr>
            </a:pPr>
            <a:r>
              <a:t>유기동물 공공 API · 시민 발견 신고 · 재능나눔 | 헤더 메뉴 '가족찾기'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Give 모듈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모듈 진입: GET /give → redirect:/give/animal/list (GiveBaseController)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① /give/animal  — 유기동물 조회 (정부 APMS 공공 API, DB 미사용)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② /give/report  — 유기동물 발견 신고 (TB_POST + TB_FILE + 카카오맵)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③ /give/talent  — 재능나눔 (TB_TALENT, 관리자 승인 후 노출)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공통 탭 UI: give/index.jsp (animal / report / talent 탭 전환)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7/16: 재능나눔 탭을 community/index.jsp에서 분리 → Give 모듈로 이동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유기동물 조회 — 구현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화면·UX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URL: /give/animal/list, /detail?desertionNo=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JSP: give/animal/list.jsp, detail.jsp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필터: 시도(sido), 축종(upkind), 보호상태(state)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보호상태: 전체 / 보호중(protect) / 입양완료(adopt)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페이징: 20건/페이지, 5개 단위 페이지 버튼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데이터 범위: 최근 30일 (SEARCH_DAYS=30)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첫 진입(search=false): API 호출 안 함 → 안내만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[조회] 클릭(search=true): 그때 API 호출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868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백엔드·API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GiveAnimalController → GiveAnimalServiceImpl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API: abandonmentPublicService_v2 (data.go.kr)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VO: AbandonmentVO (v2 필드 upKindCd·kindNm 파싱)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결과: GiveAnimalListResult (animals, totalCount, totalPages)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@Cacheable(value='animalList') — 동일 조건 재조회 캐시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CacheConfig.java — @EnableCaching 활성화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Controller에 있던 API 코드 → Service로 리팩터링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JSON 파싱: Jackson ObjectMapper → List&lt;AbandonmentVO&gt;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유기동물 API 호출 흐름 (GiveAnimalController)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68680"/>
            <a:ext cx="8229600" cy="5486400"/>
          </a:xfrm>
          <a:prstGeom prst="round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@GetMapping('/list')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public String animalList(sido, upkind, state, pageNo, search, model) {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if (!search) {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    // 첫 진입: 빈 목록 + searched=false → JSP 안내문만 표시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    model.addAttribute('searched', false);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    return 'give/animal/list';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}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// [조회] 클릭 후: Service → 정부 API → 캐시 저장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GiveAnimalListResult result = giveAnimalService.getAnimalList(...);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model.addAttribute('animals', result.getAnimals());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model.addAttribute('totalCount', result.getTotalCount());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model.addAttribute('searched', true);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return 'give/animal/list';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상세: getAnimalDetail(desertionNo) → AbandonmentVO 1건 → detail.jsp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유기동물 발견 신고 — 기능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목적: 시민이 발견한 유기동물 정보 등록 → 주인 찾기·보호소 연계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URL: GET/POST /give/report/write | GET /give/report/list | /detail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등록 흐름: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1. GET /write → 로그인 체크 → write.jsp (비로그인 시 안내+로그인 링크)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2. POST /write → GiveReportServiceImpl.insertReport(vo, member, photos)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3. TB_POST INSERT (BOARD_TYPE='LOST') + 사진 저장 + TB_FILE INSERT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4. redirect → /give/report/detail?id={postId}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입력 항목: 동물종·품종·성별·크기·색상·특징태그·발견일시·발견위치·임시보호여부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댓글: CommunityCommentService 재사용 (댓글·대댓글·수정·삭제)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상태 변경: POST /give/report/status → 보호중/입양완료 등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발견 신고 — 카카오맵 연동 (7/29)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저장 로직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GiveReportController — KakaoMapService DI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write.jsp: 다음 주소검색 → Geocoder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hidden: lostLat, lostLng → POST 전달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GiveReportServiceImpl.insertReport():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  · 폼 hidden 좌표 우선 사용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  · 없으면 Kakao REST geocode(주소)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  · 실패 시 서울시청 기본좌표 (37.5665, 126.978)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TB_POST.LOST_LAT / LOST_LNG 저장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common/kakaomap.jsp 공통 컴포넌트 재사용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868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화면 표시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write.jsp: 지도 클릭·주소검색 시 마커 갱신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detail.jsp: 저장된 LOST_LAT/LNG로 지도 표시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Controller → model: kakaoJsApiKey, mapLat, mapLng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bizName 속성 = 마커 위 라벨 (region명)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병원 지도(BizHospital)와 동일 패턴 적용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파일: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GiveReportController.java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GiveReportServiceImpl.java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give/report/write.jsp, detail.jsp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재능나눔 — 3자 연동 흐름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68680"/>
          <a:ext cx="83210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URL / 파일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DB 상태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1 신청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사업자(병원)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POST /biz/hospital/talent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STATUS_CD=PENDING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2 검토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관리자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/admin/biz/talent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승인→APPROVED / 반려→REJECTED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3 노출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일반 사용자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/give/talent/list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APPROVED만 조회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배지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관리자 사이드바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AdminSidebarAdvice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pendingTalentApproveCount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재능나눔 — 구현 파일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GiveTalentController — 사용자 목록/상세 (APPROVED 필터)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GiveTalentServiceImpl — applyTalent() 사업자 신청, 승인/반려 처리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GiveTalentMapper.xml — INSERT, STATUS_CD 갱신, 사업자 이력 조회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BizHospitalController — POST /biz/hospital/talent (talentType=HOSPITAL 고정)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AdminBizController — POST /talent/approve, /talent/reject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신청 전 검증: TB_BUSINESS STATUS_CD=APPROVED 여부 확인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JSP: give/talent/list.jsp, detail.jsp | biz/hospital/talent.jsp | admin/biz/talent.jsp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PART 2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커뮤니티 모듈</a:t>
            </a:r>
          </a:p>
          <a:p>
            <a:pPr>
              <a:spcBef>
                <a:spcPts val="1200"/>
              </a:spcBef>
              <a:defRPr sz="1400">
                <a:solidFill>
                  <a:srgbClr val="BBCCBB"/>
                </a:solidFill>
              </a:defRPr>
            </a:pPr>
            <a:r>
              <a:t>게시글 · 댓글 · 좋아요 · 신고 · 수의사상담(LIFE) | 7/08~10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커뮤니티 기능별 상세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68680"/>
          <a:ext cx="83210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기능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구현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테이블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게시글 목록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CommunityPostServiceImpl.getPostList()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5건/페이지, thumbUrl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게시글 등록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insertPost() + 사진 최대 5장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TB_POST, TB_FILE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REF_TYPE='POST'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게시글 상세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getPostDetail() + VIEW_COUNT+1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photoUrls 목록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댓글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CommunityCommentServiceImpl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TB_POST_COMMENT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대댓글 parentId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댓글 수정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updateComment() — 작성자 검증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TB_POST_COMMENT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7/14 추가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좋아요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CommunityReactionServiceImpl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TB_POST_REACTION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토글 INSERT/DELETE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신고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CommunityReportServiceImpl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TB_POST_REPORT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게시글·댓글 대상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LIFE상담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TAGS=WAITING→ANSWERED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답변완료 박스 표시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커뮤니티 — 수의사상담(LIFE) 특수 처리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게시판 타입: BOARD_TYPE = 'LIFE'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등록 시: TAGS = 'WAITING' (답변 대기)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수의사 답변 후: markLifeAnswered() → TAGS = 'ANSWERED'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목록: LIFE 탭에서 글쓰기 버튼 숨김 (수의사만 답변)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상세: ANSWERED 시 수의사 답변 박스 표시 (detail.jsp)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목록 미리보기: 첫 일반댓글을 답변 미리보기로 표시 (STEP 4)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7/16 UI 변경: community/index.jsp 탭 구성 변경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· 재능나눔 탭 제거 → give 모듈로 이동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· 전체 · 집사생활 · 무료나눔 · 수의사상담 4탭 유지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커뮤니티 — 핵심 파일 목록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Controller: CommunityPostController, CommunityCommentController, CommunityReactionController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Service: CommunityPostServiceImpl, CommunityCommentServiceImpl, CommunityReactionServiceImpl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Service: CommunityReportServiceImpl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Mapper: CommunityPostMapper.xml, CommunityCommentMapper.xml, CommunityReactionMapper.xml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VO: CommunityPostVO, CommunityCommentVO, CommunityReactionVO, CommunityReportVO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JSP: community/index.jsp, list.jsp, detail.jsp, write.jsp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신고 테이블명: TB_POST_REPORT (AdminCommunityVO 7/10 반영)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PART 3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관리자 (Admin) 모듈</a:t>
            </a:r>
          </a:p>
          <a:p>
            <a:pPr>
              <a:spcBef>
                <a:spcPts val="1200"/>
              </a:spcBef>
              <a:defRPr sz="1400">
                <a:solidFill>
                  <a:srgbClr val="BBCCBB"/>
                </a:solidFill>
              </a:defRPr>
            </a:pPr>
            <a:r>
              <a:t>대시보드 · 통계 · 회원 · 커뮤니티 · 리뷰 · 재능승인 | 7/15~31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ADMIN-01 대시보드 (/admin) —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Controller: AdminMainController.dashboard()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Service: AdminMainServiceImpl.getDashboardSummary()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VO: AdminMainVO (통계·차트·목록 데이터 한 번에 담음)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JSP: admin/dashboard.jsp + Chart.js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기존 더미 데이터(하드코딩 3행) 전부 제거 → Mapper SQL 실시간 집계로 교체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Phase 1 (7/29): 승인 대기 사업자 5건 (TB_BUSINESS PENDING)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Phase 2 (7/30): 상단 통계 카드 4종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Phase 3 (7/30): 최근 주문·회원 도넛·매출 차트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대시보드 — 상단 통계 카드 4종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68680"/>
          <a:ext cx="832104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카드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SQL 메서드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테이블·조건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JSP 표시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오늘 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countTodayJoin()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TB_MEMBER JOIN_DATE=오늘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summary.todayJoinCount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오늘 주문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countTodayOrder()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TB_ORDER ORDER_DATE=오늘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summary.todayOrderCount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오늘 매출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sumTodaySales()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PAY_AMOUNT, 취소제외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원→백만원 ÷1000000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미처리 예약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countPendingResv()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PENDING+CONFIRMED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summary.pendingResvCount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대시보드 — 차트 구현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매출 차트 (Phase 3-C)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주간: 최근 7일 일별 매출 (요일 라벨)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월간: 이번 달 1일~말일 일별 매출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switchSalesChart() JS 함수로 전환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Service: DB 결과 → Map(라벨→금액)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주문 없는 날 = 0원 패딩 (for문으로 7일/말일 채움)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JSP: 원 → 만원 (÷10000) Chart.js line chart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SQL: ORDER_STATUS &lt;&gt; 'CANCEL' 조건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ORDER_DATE: DATE 타입, TRUNC() 비교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868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회원 도넛 (Phase 3-B)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3분류: 일반 / 사업자 / 탈퇴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일반: 탈퇴·승인사업자 제외 COUNT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사업자: TB_BUSINESS STATUS=APPROVED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탈퇴: STATUS_CD='WITHDRAWN'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JSP: 합계로 % 계산 → Chart.js doughnut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범례 3줄: 건수 + 비율% 표시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최근 주문 5건 (Phase 3-A):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TB_ORDER + TB_MEMBER JOIN, ORDER_DATE DESC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ADMIN-04 통계 (/admin/stats) — Phase별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Controller: AdminMainController.stats() → getStatsSummary()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VO: AdminStatsVO (요약·차트·전월대비·업종별 데이터)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JSP: admin/stats/index.jsp + Chart.js 3개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Phase 1: 이번 달 매출(취소제외)·가입·예약·주문 4카드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Phase 2: 월별 매출 line chart — 최근 6개월, Y축 백만원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Phase 3: 월별 신규 가입 bar chart — 최근 6개월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Phase 4: 업종별 예약/주문 — 병원·숙소·쇼핑 UNION ALL 3행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Phase 5-A: 전월 대비 % — calcChangeRate() → JSP c:choose ▲/▼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Phase 5-C: GET /admin/stats/export — CSV 4섹션 + BOM(한글)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Phase 5-B: 기간 필터 — 보류 (UI만 존재, 로직 미구현)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통계 — 6개월 패딩 로직 (Service)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868680"/>
            <a:ext cx="8229600" cy="5486400"/>
          </a:xfrm>
          <a:prstGeom prst="roundRect">
            <a:avLst/>
          </a:prstGeom>
          <a:solidFill>
            <a:srgbClr val="F4F6F8"/>
          </a:solidFill>
          <a:ln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786384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// Phase 2: 월별 매출 — DB에 없는 달도 0원으로 채움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LocalDate start = LocalDate.now().minusMonths(5).withDayOfMonth(1);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for (int i = 0; i &lt; 6; i++) {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String key = start.format(DateTimeFormatter.ofPattern('yyyy-MM'));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String label = start.getMonthValue() + '월';  // '3월', '4월' ...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long amount = salesMap.getOrDefault(key, 0L);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// AdminMainSalesDayVO(dayLabel, salesAmount) 리스트에 add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  start = start.plusMonths(1);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}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// Phase 5-A: 전월 대비 증감률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calcChangeRate(current, previous):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previous==0 → current&gt;0 이면 100%, 아니면 0%</a:t>
            </a:r>
          </a:p>
          <a:p>
            <a:pPr>
              <a:spcAft>
                <a:spcPts val="200"/>
              </a:spcAft>
              <a:defRPr sz="1000">
                <a:solidFill>
                  <a:srgbClr val="1A1A2E"/>
                </a:solidFill>
                <a:latin typeface="Consolas"/>
              </a:defRPr>
            </a:pPr>
            <a:r>
              <a:t>  else → (current-previous)/previous*100, 소수1자리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통계 Phase 4 — 업종별 예약/주문 SQL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68680"/>
          <a:ext cx="8321040" cy="11704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0260"/>
                <a:gridCol w="2080260"/>
                <a:gridCol w="2080260"/>
                <a:gridCol w="2080260"/>
              </a:tblGrid>
              <a:tr h="29260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라벨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데이터 소스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집계 조건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병원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TB_RESERVATION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RESV_TYPE='HOSPITAL', REG_DATE 이번달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예약 건수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숙소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TB_RESERVATION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RESV_TYPE='STAY', REG_DATE 이번달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예약 건수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쇼핑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TB_ORDER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ORDER_DATE 이번달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1A1A2E"/>
                          </a:solidFill>
                        </a:defRPr>
                      </a:pPr>
                      <a:r>
                        <a:t>취소 포함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통계 CSV Export (Phase 5-C)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URL: GET /admin/stats/export → AdminMainController.exportStatsCsv()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Service: exportStatsCsv() — getStatsSummary() 재사용 (중복 SQL 없음)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BOM: writer.write('\uFEFF') — Excel 한글 깨짐 방지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섹션 1: 요약 카드 4항목 + 전월대비 %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섹션 2: 월별 매출 추이 (최근 6개월, 원 단위)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섹션 3: 월별 신규 가입자 (최근 6개월)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섹션 4: 업종별 예약/주문 (병원·숙소·쇼핑)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CSV 이스케이프: 쉼표·따옴표 포함 시 " 감싸기 (회원 export 동일 패턴)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파일명: stats_YYYYMMDD.csv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관리자 회원 관리 — STEP별 상세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URL: /admin/member/list, /detail, POST suspend/restore/withdraw ...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Controller: AdminMemberController | Service: AdminMemberServiceImpl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Mapper: AdminMemberMapper.xml | JSP: list.jsp, detail.jsp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STEP 7 (7/20): 정지·복구·강제탈퇴 — STATUS_CD 변경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정지 유형: DAY3 / DAY7 / PERMANENT → SUSPEND_END_DATE 저장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복구: STATUS_CD=NORMAL, SUSPEND_END_DATE=NULL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강제탈퇴: STATUS_CD=WITHDRAWN (TB_MEMBER만, WITHDRAW 테이블 미INSERT)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STEP 8: 상세 화면 활동현황 — 주문·예약·게시글·신고·쿠폰·찜·펫 수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STEP 9: 등급 변경 (GRADE_CD) | STEP 10: 포인트 적립·차감 + TB_POINT 이력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STEP 11: 최근 주문 5건 | STEP 12: 체크박스 일괄 정지·탈퇴·복구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CSV export: GET /admin/member/export — 검색조건 반영, BOM 포함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스케줄러: MemberSuspendScheduler — 매일 0시 releaseExpiredSuspensions()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관리자 커뮤니티 관리 (7/15)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URL: /admin/community/list, /detail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Service: AdminCommunityServiceImpl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목록: 키워드·게시판타입·상태 필터 + 신고 건수 JOIN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상세: 게시글 본문 + 사진 + 댓글 목록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상태 처리 (소프트 삭제):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숨김: STATUS_CD = 'HIDDEN'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삭제: STATUS_CD = 'DELETED'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복구: STATUS_CD = 'ACTIVE'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상태별 버튼 분기: ACTIVE→숨김/삭제, HIDDEN/DELETED→복구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JSP: admin/community/list.jsp, detail.jsp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관리자 리뷰 삭제요청 (7/24~28)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URL: /admin/review/list — GET 검색(keyword, statusCd)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대상: HOSPITAL + STAY + PRODUCT(쇼핑) 통합 — AdminReviewMapper.xml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승인: AdminReviewApproveTxService — DELETE + 상태변경 (짧은 TX)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     → AdminReviewSideEffectService — 평점 갱신·알림 (별도 TX)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반려: REJECT_REASON 저장 + sendReviewDeleteRejectNotification()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사이드바: AdminSidebarAdvice.pendingReviewDeleteCount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JSP: admin/review/list.jsp — 승인 fetch(AJAX), 20초 타임아웃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리뷰 타입별 테이블 분기: reviewType STAY/HOSPITAL/PRODUCT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PART 4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회원/인증 &amp; 정지 처리</a:t>
            </a:r>
          </a:p>
          <a:p>
            <a:pPr>
              <a:spcBef>
                <a:spcPts val="1200"/>
              </a:spcBef>
              <a:defRPr sz="1400">
                <a:solidFill>
                  <a:srgbClr val="BBCCBB"/>
                </a:solidFill>
              </a:defRPr>
            </a:pPr>
            <a:r>
              <a:t>정지·탈퇴 정책 · Interceptor · 스케줄러 · 재가입 차단 | 7/21~28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정지(SUSPENDED) vs 탈퇴(WITHDRAWN) 정책 비교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68680"/>
          <a:ext cx="8321040" cy="2340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정지 SUSPENDED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탈퇴 WITHDRAWN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로그인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허용 (이메일/카카오 모두)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차단 — MemberLoginBlockedException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로그인 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/member/cs 고객센터로 redirect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login.jsp 에러 메시지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사업자 권한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부여 안 함 (status 체크)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URL 접근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Interceptor → /member/cs만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재가입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가능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이메일 영구 차단 (countWithdrawnMemberByEmail)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DB 변경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STATUS_CD + SUSPEND_END_DATE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STATUS_CD만 (관리자 강제 시)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자동 복구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스케줄러 + 로그인 시 releaseExpired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7일 후 purge (자발 탈퇴만)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정지 회원 처리 — 구현 파일 &amp;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① 관리자 정지: AdminMemberServiceImpl.suspendMember(memberNo, suspendType)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 → DAY3: +3일, DAY7: +7일, PERMANENT: SUSPEND_END_DATE=NULL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② 로그인: MemberAuthServiceImpl — WITHDRAWN만 차단, SUSPENDED는 허용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 → sessionMember.setStatus('SUSPENDED') 세션에 저장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 → MemberAuthController: SUSPENDED면 /member/cs redirect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③ URL 제한: SuspendedMemberInterceptor (WebConfig 등록)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 → 허용: /member/cs/**, /member/logout, /resources/, /upload/, cart/noti Ajax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 → 그 외: /member/cs?restricted=1 redirect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④ UI: header.jsp 정지 안내 배너 | member/cs.jsp 안내 화면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⑤ 자동 복구: MemberSuspendScheduler (@Scheduled cron='0 0 0 * * *')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 PetcareApplication @EnableScheduling 활성화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회원가입·인증 추가 작업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탈퇴 이메일 재가입 차단: countWithdrawnMemberByEmail() — GET/POST 모두 검증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이메일 중복 확인: WITHDRAWN 회원 제외 (MemberAuthMapper.xml)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생년월일·성별 저장: join.jsp → TB_MEMBER BIRTH_DATE, GENDER (7/28)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MemberRegisterVO, MemberAuthServiceImpl — birthDate 필수 검증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login.jsp: 탈퇴 회원 전용 에러 메시지 (정지는 로그인 후 cs)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MemberLoginBlockedException — errorCode → login.jsp error 파라미터 매핑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PART 5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리뷰 &amp; 사업자 연동</a:t>
            </a:r>
          </a:p>
          <a:p>
            <a:pPr>
              <a:spcBef>
                <a:spcPts val="1200"/>
              </a:spcBef>
              <a:defRPr sz="1400">
                <a:solidFill>
                  <a:srgbClr val="BBCCBB"/>
                </a:solidFill>
              </a:defRPr>
            </a:pPr>
            <a:r>
              <a:t>삭제요청 · 숙소리뷰 · 포인트 · 알림 | 7/24~29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리뷰 삭제요청 — End-to-End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[사업자 요청]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병원: BizHospitalController POST /reviews/delete-request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숙소: BizStayController POST /reviews/delete-request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→ TB_REVIEW_DELETE_REQUEST INSERT (STATUS_CD=PENDING)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→ 동일 리뷰 PENDING 중복 요청 방지 (countPendingReviewDeleteRequest)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[관리자 처리]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AdminReviewController — /admin/review/list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승인: TB_REVIEW DELETE + 요청 STATUS=APPROVED + 평점 갱신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반려: REJECT_REASON 저장 + STATUS=REJECTED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[알림]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승인: sendReviewDeleteApproveNotification() → 사업자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반려: sendReviewDeleteRejectNotification() → 사업자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사업자 숙소 리뷰관리 (7/27~28)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기능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344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URL: /biz/stay/reviews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탭 1: 리뷰 목록 — 답글 작성/수정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탭 2: 삭제요청 이력 — 상태·처리일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POST /reviews/reply — TB_REVIEW BIZ_REPLY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POST /reviews/delete-request — 사유 필수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PENDING 건: 답글·삭제요청 버튼 숨김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Controller → JSON 변환 → reviews.jsp JS 렌더링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사이드바 배지: PENDING+CONFIRMED 예약 건수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663440" y="8686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파일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234440"/>
            <a:ext cx="39319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BizStayController.java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BizStayServiceImpl.java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BizStayMapper.xml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biz/stay/reviews.jsp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병원 동일 패턴: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BizHospitalController / Service / Mapper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biz/hospital/reviews.jsp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진료기록 MEMO 파싱:</a:t>
            </a:r>
          </a:p>
          <a:p>
            <a:pPr>
              <a:spcAft>
                <a:spcPts val="400"/>
              </a:spcAft>
              <a:defRPr sz="1100">
                <a:solidFill>
                  <a:srgbClr val="1A1A2E"/>
                </a:solidFill>
              </a:defRPr>
            </a:pPr>
            <a:r>
              <a:t>MedicalRecordMemoParser — 유형·신체계측 분리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숙소 리뷰 · 포인트 · 알림 (7/28~29)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사용자 리뷰: MypageReserveServiceImpl.addStayReview()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→ TB_REVIEW INSERT → updateStayRatingSummary() (AVG_RATING, REVIEW_CNT)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→ sendStayReviewToBizNotification() 사업자 알림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→ MypageReservePointService — 결제금액 3% 포인트 (별도 TX, 락 방지)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  → StayReviewRegisterResult 반환 → Controller 세션 포인트 갱신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사업자 답글: sendStayReviewReplyNotification() → 리뷰 작성 회원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예약 결제: StayServiceImpl — sendStayReserveToBizNotification()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숙소 목록: stay/list.jsp — AVG_RATING, REVIEW_CNT 표시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mypage/reserve-detail.jsp — 포인트 적립 완료 안내 메시지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768096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09E6F"/>
                </a:solidFill>
              </a:defRPr>
            </a:pPr>
            <a:r>
              <a:t>PART 6</a:t>
            </a:r>
          </a:p>
          <a:p>
            <a:pPr>
              <a:defRPr sz="3000" b="1">
                <a:solidFill>
                  <a:srgbClr val="FFFFFF"/>
                </a:solidFill>
              </a:defRPr>
            </a:pPr>
            <a:r>
              <a:t>부가 기능 &amp; 공통 연동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마이페이지 · 펫 프로필 · 기타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회원정보 수정: MypageAccountController /edit — DB 최신 프로필 조회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MypageAccountVO: birthDate, gender 필드 추가 (7/28)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펫 프로필: PetProfileVO — furColor, neuterYn, traits, memo (TB_PET)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pets.jsp — 반려동물 등록/수정 화면 필드 연동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AdminSidebarAdvice — 재능승인·리뷰삭제·사업자승인 배지 통합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footer.jsp — 헤더 뱃지 Ajax 갱신 (.header-utils)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WebConfig — SuspendedMemberInterceptor 등록 경로 설정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주요 테이블 &amp; 담당 기능 매핑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868680"/>
          <a:ext cx="8321040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3680"/>
                <a:gridCol w="2773680"/>
                <a:gridCol w="2773680"/>
              </a:tblGrid>
              <a:tr h="292608"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테이블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주요 컬럼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담당 기능</a:t>
                      </a:r>
                    </a:p>
                  </a:txBody>
                  <a:tcPr>
                    <a:solidFill>
                      <a:srgbClr val="2D6A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TB_MEMBER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STATUS_CD, SUSPEND_END_DATE, GRADE_CD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회원관리·인증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TB_ORDER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ORDER_DATE, PAY_AMOUNT, ORDER_STATUS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대시보드·통계 매출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TB_RESERVATION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RESV_TYPE, REG_DATE, STATUS_CD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통계·예약배지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TB_POST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BOARD_TYPE, STATUS_CD, LOST_LAT/LNG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커뮤니티·신고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TARGET_ID, RATING, BIZ_REPLY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리뷰·평점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TB_REVIEW_DELETE_REQUEST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REVIEW_TYPE, STATUS_CD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삭제요청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TB_TALENT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TALENT_TYPE, STATUS_CD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재능나눔</a:t>
                      </a:r>
                    </a:p>
                  </a:txBody>
                  <a:tcPr/>
                </a:tc>
              </a:tr>
              <a:tr h="292608"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TB_POINT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POINT_TYPE, AMOUNT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800">
                          <a:solidFill>
                            <a:srgbClr val="1A1A2E"/>
                          </a:solidFill>
                        </a:defRPr>
                      </a:pPr>
                      <a:r>
                        <a:t>포인트 이력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트러블슈팅 — 실제 이슈 &amp; 해결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ORDER_DATE VARCHAR2 → DATE DDL 변경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증상: ORA-00932 inconsistent datatypes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해결: TRUNC(ORDER_DATE)=TRUNC(SYSDATE) 비교로 통일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공공 API 응답 지연 (3~5초)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해결: search=false 첫 진입 미호출 + @Cacheable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대시보드/통계 차트 빈 구간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해결: Service에서 Map + for문 0 패딩 (7일/6개월)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리뷰 등록 + 포인트 적립 동시 TX → DB 락 대기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해결: MypageReservePointService, RatingService 별도 TX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관리자 강제탈퇴 vs 자발탈퇴 TB_MEMBER_WITHDRAW 불일치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현황: 관리자 강제탈퇴는 TB_MEMBER만 변경 → purge 대상 아님</a:t>
            </a:r>
          </a:p>
          <a:p>
            <a:pPr lvl="1">
              <a:spcBef>
                <a:spcPts val="100"/>
              </a:spcBef>
              <a:spcAft>
                <a:spcPts val="300"/>
              </a:spcAft>
              <a:defRPr sz="1000">
                <a:solidFill>
                  <a:srgbClr val="555555"/>
                </a:solidFill>
              </a:defRPr>
            </a:pPr>
            <a:r>
              <a:t>  · 제안: WITHDRAW_TYPE 컬럼 (SELF/ADMIN) 팀 논의 필요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시연 시나리오 (권장 5분)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① 가족찾기: /give/animal/list → 서울 선택 → [조회] → 상세 → 보호소 정보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② 발견신고: /give/report/write → 주소검색·지도 클릭 → 사진첨부 → 등록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③ 대시보드: /admin → 카드 4종 확인 → 주간/월간 차트 전환 → 도넛 차트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④ 통계: /admin/stats → 3개 차트 + 전월대비 % → [Excel보내기] CSV 확인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⑤ 회원관리: /admin/member/list → 검색 → 상세 → 정지(7일) → 복구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⑥ 리뷰: /admin/review/list → PENDING 건 → 승인(AJAX) → 사업자 알림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스크린샷 권장: 위 6화면 캡처 → 슬라이드에 삽입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2D6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813816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2D6A4F"/>
                </a:solidFill>
              </a:defRPr>
            </a:pPr>
            <a:r>
              <a:t>성과 요약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868680"/>
            <a:ext cx="8138160" cy="5669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가족찾기(Give) 모듈 전체 구현 — 공공 API + 시민 제보 + 재능나눔 3자 연동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커뮤니티 핵심 기능 (게시·댓글·좋아요·신고·LIFE상담) 완성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관리자 대시보드·통계 — 더미 제거, 실데이터 SQL 집계 + Chart.js 시각화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회원 관리 12 STEP + 정지/탈퇴 인증 체계 + 스케줄러 자동 복구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리뷰 삭제요청 병원·숙소·쇼핑 통합 + 알림·포인트·평점 연동</a:t>
            </a:r>
          </a:p>
          <a:p>
            <a:pPr>
              <a:spcBef>
                <a:spcPts val="100"/>
              </a:spcBef>
              <a:spcAft>
                <a:spcPts val="300"/>
              </a:spcAft>
              <a:defRPr sz="1200">
                <a:solidFill>
                  <a:srgbClr val="1A1A2E"/>
                </a:solidFill>
              </a:defRPr>
            </a:pPr>
            <a:r>
              <a:t>외부 API 3종 연동: APMS(유기동물), Kakao Map, Chart.js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6A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9144000" cy="54864"/>
          </a:xfrm>
          <a:prstGeom prst="rect">
            <a:avLst/>
          </a:prstGeom>
          <a:solidFill>
            <a:srgbClr val="409E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76809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400" b="1">
                <a:solidFill>
                  <a:srgbClr val="FFFFFF"/>
                </a:solidFill>
              </a:defRPr>
            </a:pPr>
            <a: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37360"/>
            <a:ext cx="7680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E0F0E8"/>
                </a:solidFill>
              </a:defRPr>
            </a:pPr>
            <a:r>
              <a:t>Q &amp; A</a:t>
            </a:r>
          </a:p>
          <a:p>
            <a:pPr>
              <a:spcAft>
                <a:spcPts val="500"/>
              </a:spcAft>
              <a:defRPr sz="1500">
                <a:solidFill>
                  <a:srgbClr val="E0F0E8"/>
                </a:solidFill>
              </a:defRPr>
            </a:pPr>
          </a:p>
          <a:p>
            <a:pPr>
              <a:spcAft>
                <a:spcPts val="500"/>
              </a:spcAft>
              <a:defRPr sz="1500">
                <a:solidFill>
                  <a:srgbClr val="E0F0E8"/>
                </a:solidFill>
              </a:defRPr>
            </a:pPr>
            <a:r>
              <a:t>박유정 | PetCare 프로젝트</a:t>
            </a:r>
          </a:p>
          <a:p>
            <a:pPr>
              <a:spcAft>
                <a:spcPts val="500"/>
              </a:spcAft>
              <a:defRPr sz="1500">
                <a:solidFill>
                  <a:srgbClr val="E0F0E8"/>
                </a:solidFill>
              </a:defRPr>
            </a:pPr>
            <a:r>
              <a:t>Git 브랜치: parkyujeong</a:t>
            </a:r>
          </a:p>
          <a:p>
            <a:pPr>
              <a:spcAft>
                <a:spcPts val="500"/>
              </a:spcAft>
              <a:defRPr sz="1500">
                <a:solidFill>
                  <a:srgbClr val="E0F0E8"/>
                </a:solidFill>
              </a:defRPr>
            </a:pPr>
            <a:r>
              <a:t>코드 추적: 프로젝트 검색 '박유정'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